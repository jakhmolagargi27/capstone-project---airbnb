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8" r:id="rId1"/>
  </p:sldMasterIdLst>
  <p:notesMasterIdLst>
    <p:notesMasterId r:id="rId16"/>
  </p:notesMasterIdLst>
  <p:sldIdLst>
    <p:sldId id="256" r:id="rId2"/>
    <p:sldId id="281" r:id="rId3"/>
    <p:sldId id="257" r:id="rId4"/>
    <p:sldId id="282" r:id="rId5"/>
    <p:sldId id="283" r:id="rId6"/>
    <p:sldId id="284" r:id="rId7"/>
    <p:sldId id="280" r:id="rId8"/>
    <p:sldId id="285" r:id="rId9"/>
    <p:sldId id="286" r:id="rId10"/>
    <p:sldId id="287" r:id="rId11"/>
    <p:sldId id="289" r:id="rId12"/>
    <p:sldId id="290" r:id="rId13"/>
    <p:sldId id="288" r:id="rId14"/>
    <p:sldId id="264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5D27693-8D04-4CE0-8CA3-80F1927A93F9}">
          <p14:sldIdLst>
            <p14:sldId id="256"/>
            <p14:sldId id="281"/>
            <p14:sldId id="257"/>
            <p14:sldId id="282"/>
            <p14:sldId id="283"/>
            <p14:sldId id="284"/>
            <p14:sldId id="280"/>
            <p14:sldId id="285"/>
            <p14:sldId id="286"/>
            <p14:sldId id="287"/>
            <p14:sldId id="289"/>
            <p14:sldId id="290"/>
            <p14:sldId id="288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rgi Jakhmola" userId="3f7ef82c86be6d38" providerId="LiveId" clId="{BB2BC04E-AD9B-4DA7-B35D-7BEBA3A40397}"/>
    <pc:docChg chg="undo custSel addSld delSld modSld sldOrd modMainMaster addSection delSection modSection">
      <pc:chgData name="Gargi Jakhmola" userId="3f7ef82c86be6d38" providerId="LiveId" clId="{BB2BC04E-AD9B-4DA7-B35D-7BEBA3A40397}" dt="2026-02-28T16:31:18.958" v="4669" actId="20577"/>
      <pc:docMkLst>
        <pc:docMk/>
      </pc:docMkLst>
      <pc:sldChg chg="modSp mod">
        <pc:chgData name="Gargi Jakhmola" userId="3f7ef82c86be6d38" providerId="LiveId" clId="{BB2BC04E-AD9B-4DA7-B35D-7BEBA3A40397}" dt="2026-02-28T16:05:46.494" v="4426"/>
        <pc:sldMkLst>
          <pc:docMk/>
          <pc:sldMk cId="990915738" sldId="256"/>
        </pc:sldMkLst>
        <pc:spChg chg="mod">
          <ac:chgData name="Gargi Jakhmola" userId="3f7ef82c86be6d38" providerId="LiveId" clId="{BB2BC04E-AD9B-4DA7-B35D-7BEBA3A40397}" dt="2026-02-28T16:05:46.494" v="4426"/>
          <ac:spMkLst>
            <pc:docMk/>
            <pc:sldMk cId="990915738" sldId="256"/>
            <ac:spMk id="2" creationId="{C39B4672-CB1F-0A7D-709D-C8BFE94B56AA}"/>
          </ac:spMkLst>
        </pc:spChg>
        <pc:spChg chg="mod">
          <ac:chgData name="Gargi Jakhmola" userId="3f7ef82c86be6d38" providerId="LiveId" clId="{BB2BC04E-AD9B-4DA7-B35D-7BEBA3A40397}" dt="2026-02-28T16:00:35.994" v="4411" actId="113"/>
          <ac:spMkLst>
            <pc:docMk/>
            <pc:sldMk cId="990915738" sldId="256"/>
            <ac:spMk id="3" creationId="{B2EC4A63-5133-23A3-6FD5-222EC43F7441}"/>
          </ac:spMkLst>
        </pc:spChg>
      </pc:sldChg>
      <pc:sldChg chg="addSp delSp modSp new mod">
        <pc:chgData name="Gargi Jakhmola" userId="3f7ef82c86be6d38" providerId="LiveId" clId="{BB2BC04E-AD9B-4DA7-B35D-7BEBA3A40397}" dt="2026-02-28T16:30:59.548" v="4661" actId="20577"/>
        <pc:sldMkLst>
          <pc:docMk/>
          <pc:sldMk cId="329486736" sldId="257"/>
        </pc:sldMkLst>
        <pc:spChg chg="mod">
          <ac:chgData name="Gargi Jakhmola" userId="3f7ef82c86be6d38" providerId="LiveId" clId="{BB2BC04E-AD9B-4DA7-B35D-7BEBA3A40397}" dt="2026-02-28T16:30:59.548" v="4661" actId="20577"/>
          <ac:spMkLst>
            <pc:docMk/>
            <pc:sldMk cId="329486736" sldId="257"/>
            <ac:spMk id="2" creationId="{F4DEB58D-A896-AB96-063A-D5F92E0CEB07}"/>
          </ac:spMkLst>
        </pc:spChg>
        <pc:graphicFrameChg chg="add del mod modGraphic">
          <ac:chgData name="Gargi Jakhmola" userId="3f7ef82c86be6d38" providerId="LiveId" clId="{BB2BC04E-AD9B-4DA7-B35D-7BEBA3A40397}" dt="2026-02-28T16:06:17.120" v="4427" actId="478"/>
          <ac:graphicFrameMkLst>
            <pc:docMk/>
            <pc:sldMk cId="329486736" sldId="257"/>
            <ac:graphicFrameMk id="4" creationId="{A6883EC1-DA17-DC9D-B868-D8CFEA9B983F}"/>
          </ac:graphicFrameMkLst>
        </pc:graphicFrameChg>
        <pc:picChg chg="add mod">
          <ac:chgData name="Gargi Jakhmola" userId="3f7ef82c86be6d38" providerId="LiveId" clId="{BB2BC04E-AD9B-4DA7-B35D-7BEBA3A40397}" dt="2026-02-28T16:13:08.901" v="4446" actId="1076"/>
          <ac:picMkLst>
            <pc:docMk/>
            <pc:sldMk cId="329486736" sldId="257"/>
            <ac:picMk id="5" creationId="{A0E61BD8-E323-77D9-BCB5-0AACCEC4B03B}"/>
          </ac:picMkLst>
        </pc:picChg>
      </pc:sldChg>
      <pc:sldChg chg="addSp delSp modSp new del mod">
        <pc:chgData name="Gargi Jakhmola" userId="3f7ef82c86be6d38" providerId="LiveId" clId="{BB2BC04E-AD9B-4DA7-B35D-7BEBA3A40397}" dt="2025-10-21T09:25:20.243" v="1723" actId="47"/>
        <pc:sldMkLst>
          <pc:docMk/>
          <pc:sldMk cId="1776033408" sldId="258"/>
        </pc:sldMkLst>
      </pc:sldChg>
      <pc:sldChg chg="addSp delSp modSp new del mod modClrScheme chgLayout">
        <pc:chgData name="Gargi Jakhmola" userId="3f7ef82c86be6d38" providerId="LiveId" clId="{BB2BC04E-AD9B-4DA7-B35D-7BEBA3A40397}" dt="2025-10-18T21:36:04.309" v="1083" actId="47"/>
        <pc:sldMkLst>
          <pc:docMk/>
          <pc:sldMk cId="42667196" sldId="259"/>
        </pc:sldMkLst>
      </pc:sldChg>
      <pc:sldChg chg="addSp delSp modSp new del mod modClrScheme chgLayout">
        <pc:chgData name="Gargi Jakhmola" userId="3f7ef82c86be6d38" providerId="LiveId" clId="{BB2BC04E-AD9B-4DA7-B35D-7BEBA3A40397}" dt="2026-02-28T16:25:30.772" v="4553" actId="47"/>
        <pc:sldMkLst>
          <pc:docMk/>
          <pc:sldMk cId="1264012171" sldId="260"/>
        </pc:sldMkLst>
        <pc:spChg chg="add mod ord">
          <ac:chgData name="Gargi Jakhmola" userId="3f7ef82c86be6d38" providerId="LiveId" clId="{BB2BC04E-AD9B-4DA7-B35D-7BEBA3A40397}" dt="2026-02-28T15:54:46.013" v="4309"/>
          <ac:spMkLst>
            <pc:docMk/>
            <pc:sldMk cId="1264012171" sldId="260"/>
            <ac:spMk id="4" creationId="{0F78EC65-5DA8-98F0-30A1-711ED333F9E8}"/>
          </ac:spMkLst>
        </pc:spChg>
      </pc:sldChg>
      <pc:sldChg chg="modSp new del mod">
        <pc:chgData name="Gargi Jakhmola" userId="3f7ef82c86be6d38" providerId="LiveId" clId="{BB2BC04E-AD9B-4DA7-B35D-7BEBA3A40397}" dt="2025-10-18T21:09:25.389" v="946" actId="47"/>
        <pc:sldMkLst>
          <pc:docMk/>
          <pc:sldMk cId="3838670717" sldId="261"/>
        </pc:sldMkLst>
      </pc:sldChg>
      <pc:sldChg chg="modSp new del mod ord">
        <pc:chgData name="Gargi Jakhmola" userId="3f7ef82c86be6d38" providerId="LiveId" clId="{BB2BC04E-AD9B-4DA7-B35D-7BEBA3A40397}" dt="2026-02-28T16:25:37.427" v="4561" actId="47"/>
        <pc:sldMkLst>
          <pc:docMk/>
          <pc:sldMk cId="2696798512" sldId="262"/>
        </pc:sldMkLst>
        <pc:spChg chg="mod">
          <ac:chgData name="Gargi Jakhmola" userId="3f7ef82c86be6d38" providerId="LiveId" clId="{BB2BC04E-AD9B-4DA7-B35D-7BEBA3A40397}" dt="2026-02-28T15:54:46.013" v="4309"/>
          <ac:spMkLst>
            <pc:docMk/>
            <pc:sldMk cId="2696798512" sldId="262"/>
            <ac:spMk id="3" creationId="{2ADB5438-DDC7-9460-F5C7-1B897994BAF7}"/>
          </ac:spMkLst>
        </pc:spChg>
      </pc:sldChg>
      <pc:sldChg chg="modSp new del mod">
        <pc:chgData name="Gargi Jakhmola" userId="3f7ef82c86be6d38" providerId="LiveId" clId="{BB2BC04E-AD9B-4DA7-B35D-7BEBA3A40397}" dt="2025-10-18T21:36:17.509" v="1084" actId="47"/>
        <pc:sldMkLst>
          <pc:docMk/>
          <pc:sldMk cId="128735286" sldId="263"/>
        </pc:sldMkLst>
      </pc:sldChg>
      <pc:sldChg chg="delSp modSp new mod">
        <pc:chgData name="Gargi Jakhmola" userId="3f7ef82c86be6d38" providerId="LiveId" clId="{BB2BC04E-AD9B-4DA7-B35D-7BEBA3A40397}" dt="2025-10-18T21:37:23.810" v="1128" actId="14100"/>
        <pc:sldMkLst>
          <pc:docMk/>
          <pc:sldMk cId="3015352571" sldId="264"/>
        </pc:sldMkLst>
      </pc:sldChg>
      <pc:sldChg chg="modSp new del">
        <pc:chgData name="Gargi Jakhmola" userId="3f7ef82c86be6d38" providerId="LiveId" clId="{BB2BC04E-AD9B-4DA7-B35D-7BEBA3A40397}" dt="2025-10-18T21:36:22.006" v="1085" actId="47"/>
        <pc:sldMkLst>
          <pc:docMk/>
          <pc:sldMk cId="3769628571" sldId="265"/>
        </pc:sldMkLst>
      </pc:sldChg>
      <pc:sldChg chg="modSp add del mod">
        <pc:chgData name="Gargi Jakhmola" userId="3f7ef82c86be6d38" providerId="LiveId" clId="{BB2BC04E-AD9B-4DA7-B35D-7BEBA3A40397}" dt="2025-10-18T20:56:51.861" v="879" actId="47"/>
        <pc:sldMkLst>
          <pc:docMk/>
          <pc:sldMk cId="3158628285" sldId="266"/>
        </pc:sldMkLst>
      </pc:sldChg>
      <pc:sldChg chg="add del">
        <pc:chgData name="Gargi Jakhmola" userId="3f7ef82c86be6d38" providerId="LiveId" clId="{BB2BC04E-AD9B-4DA7-B35D-7BEBA3A40397}" dt="2025-10-18T20:52:32.944" v="844" actId="47"/>
        <pc:sldMkLst>
          <pc:docMk/>
          <pc:sldMk cId="2057831115" sldId="267"/>
        </pc:sldMkLst>
      </pc:sldChg>
      <pc:sldChg chg="addSp delSp modSp add del mod">
        <pc:chgData name="Gargi Jakhmola" userId="3f7ef82c86be6d38" providerId="LiveId" clId="{BB2BC04E-AD9B-4DA7-B35D-7BEBA3A40397}" dt="2026-02-28T16:25:34.109" v="4556" actId="47"/>
        <pc:sldMkLst>
          <pc:docMk/>
          <pc:sldMk cId="3549299068" sldId="267"/>
        </pc:sldMkLst>
        <pc:spChg chg="mod">
          <ac:chgData name="Gargi Jakhmola" userId="3f7ef82c86be6d38" providerId="LiveId" clId="{BB2BC04E-AD9B-4DA7-B35D-7BEBA3A40397}" dt="2026-02-28T15:54:46.013" v="4309"/>
          <ac:spMkLst>
            <pc:docMk/>
            <pc:sldMk cId="3549299068" sldId="267"/>
            <ac:spMk id="4" creationId="{5F27838E-3A7B-54B4-5614-1ECC66ED3854}"/>
          </ac:spMkLst>
        </pc:spChg>
      </pc:sldChg>
      <pc:sldChg chg="addSp delSp modSp add del mod">
        <pc:chgData name="Gargi Jakhmola" userId="3f7ef82c86be6d38" providerId="LiveId" clId="{BB2BC04E-AD9B-4DA7-B35D-7BEBA3A40397}" dt="2026-02-28T16:25:34.624" v="4557" actId="47"/>
        <pc:sldMkLst>
          <pc:docMk/>
          <pc:sldMk cId="3704608983" sldId="268"/>
        </pc:sldMkLst>
        <pc:spChg chg="mod">
          <ac:chgData name="Gargi Jakhmola" userId="3f7ef82c86be6d38" providerId="LiveId" clId="{BB2BC04E-AD9B-4DA7-B35D-7BEBA3A40397}" dt="2026-02-28T15:54:46.013" v="4309"/>
          <ac:spMkLst>
            <pc:docMk/>
            <pc:sldMk cId="3704608983" sldId="268"/>
            <ac:spMk id="4" creationId="{5BDAB687-5872-7276-25F1-C6538526FF5E}"/>
          </ac:spMkLst>
        </pc:spChg>
      </pc:sldChg>
      <pc:sldChg chg="addSp delSp modSp add del mod">
        <pc:chgData name="Gargi Jakhmola" userId="3f7ef82c86be6d38" providerId="LiveId" clId="{BB2BC04E-AD9B-4DA7-B35D-7BEBA3A40397}" dt="2026-02-28T16:25:35.133" v="4558" actId="47"/>
        <pc:sldMkLst>
          <pc:docMk/>
          <pc:sldMk cId="1541280964" sldId="269"/>
        </pc:sldMkLst>
        <pc:spChg chg="mod">
          <ac:chgData name="Gargi Jakhmola" userId="3f7ef82c86be6d38" providerId="LiveId" clId="{BB2BC04E-AD9B-4DA7-B35D-7BEBA3A40397}" dt="2026-02-28T15:54:46.013" v="4309"/>
          <ac:spMkLst>
            <pc:docMk/>
            <pc:sldMk cId="1541280964" sldId="269"/>
            <ac:spMk id="4" creationId="{CA9B3860-CBB7-8BD5-1C1E-6D30DC49082F}"/>
          </ac:spMkLst>
        </pc:spChg>
      </pc:sldChg>
      <pc:sldChg chg="addSp delSp modSp add del mod">
        <pc:chgData name="Gargi Jakhmola" userId="3f7ef82c86be6d38" providerId="LiveId" clId="{BB2BC04E-AD9B-4DA7-B35D-7BEBA3A40397}" dt="2026-02-28T16:25:35.608" v="4559" actId="47"/>
        <pc:sldMkLst>
          <pc:docMk/>
          <pc:sldMk cId="1713258181" sldId="270"/>
        </pc:sldMkLst>
        <pc:spChg chg="mod">
          <ac:chgData name="Gargi Jakhmola" userId="3f7ef82c86be6d38" providerId="LiveId" clId="{BB2BC04E-AD9B-4DA7-B35D-7BEBA3A40397}" dt="2026-02-28T15:54:46.013" v="4309"/>
          <ac:spMkLst>
            <pc:docMk/>
            <pc:sldMk cId="1713258181" sldId="270"/>
            <ac:spMk id="4" creationId="{9D801772-A4CF-9772-72BB-99E6FF983CEC}"/>
          </ac:spMkLst>
        </pc:spChg>
      </pc:sldChg>
      <pc:sldChg chg="addSp delSp modSp add del mod">
        <pc:chgData name="Gargi Jakhmola" userId="3f7ef82c86be6d38" providerId="LiveId" clId="{BB2BC04E-AD9B-4DA7-B35D-7BEBA3A40397}" dt="2026-02-28T16:25:36.065" v="4560" actId="47"/>
        <pc:sldMkLst>
          <pc:docMk/>
          <pc:sldMk cId="2061974740" sldId="271"/>
        </pc:sldMkLst>
        <pc:spChg chg="mod">
          <ac:chgData name="Gargi Jakhmola" userId="3f7ef82c86be6d38" providerId="LiveId" clId="{BB2BC04E-AD9B-4DA7-B35D-7BEBA3A40397}" dt="2026-02-28T15:54:46.013" v="4309"/>
          <ac:spMkLst>
            <pc:docMk/>
            <pc:sldMk cId="2061974740" sldId="271"/>
            <ac:spMk id="4" creationId="{031CC9CB-641B-E211-4EC1-E4D4A53B2468}"/>
          </ac:spMkLst>
        </pc:spChg>
      </pc:sldChg>
      <pc:sldChg chg="addSp delSp modSp add del mod">
        <pc:chgData name="Gargi Jakhmola" userId="3f7ef82c86be6d38" providerId="LiveId" clId="{BB2BC04E-AD9B-4DA7-B35D-7BEBA3A40397}" dt="2026-02-28T16:25:37.895" v="4562" actId="47"/>
        <pc:sldMkLst>
          <pc:docMk/>
          <pc:sldMk cId="417771978" sldId="272"/>
        </pc:sldMkLst>
        <pc:spChg chg="mod">
          <ac:chgData name="Gargi Jakhmola" userId="3f7ef82c86be6d38" providerId="LiveId" clId="{BB2BC04E-AD9B-4DA7-B35D-7BEBA3A40397}" dt="2026-02-28T15:54:46.013" v="4309"/>
          <ac:spMkLst>
            <pc:docMk/>
            <pc:sldMk cId="417771978" sldId="272"/>
            <ac:spMk id="4" creationId="{4A793CAC-C131-B61F-E0B6-A3D68E8F0377}"/>
          </ac:spMkLst>
        </pc:spChg>
      </pc:sldChg>
      <pc:sldChg chg="addSp delSp modSp add del mod">
        <pc:chgData name="Gargi Jakhmola" userId="3f7ef82c86be6d38" providerId="LiveId" clId="{BB2BC04E-AD9B-4DA7-B35D-7BEBA3A40397}" dt="2026-02-28T16:25:38.324" v="4563" actId="47"/>
        <pc:sldMkLst>
          <pc:docMk/>
          <pc:sldMk cId="2346338123" sldId="273"/>
        </pc:sldMkLst>
        <pc:spChg chg="mod">
          <ac:chgData name="Gargi Jakhmola" userId="3f7ef82c86be6d38" providerId="LiveId" clId="{BB2BC04E-AD9B-4DA7-B35D-7BEBA3A40397}" dt="2026-02-28T15:54:46.013" v="4309"/>
          <ac:spMkLst>
            <pc:docMk/>
            <pc:sldMk cId="2346338123" sldId="273"/>
            <ac:spMk id="4" creationId="{153A5DCD-AC8A-6531-1350-5A9A58CFB755}"/>
          </ac:spMkLst>
        </pc:spChg>
      </pc:sldChg>
      <pc:sldChg chg="addSp delSp modSp add del mod">
        <pc:chgData name="Gargi Jakhmola" userId="3f7ef82c86be6d38" providerId="LiveId" clId="{BB2BC04E-AD9B-4DA7-B35D-7BEBA3A40397}" dt="2026-02-28T16:25:38.764" v="4564" actId="47"/>
        <pc:sldMkLst>
          <pc:docMk/>
          <pc:sldMk cId="356162286" sldId="274"/>
        </pc:sldMkLst>
        <pc:spChg chg="mod">
          <ac:chgData name="Gargi Jakhmola" userId="3f7ef82c86be6d38" providerId="LiveId" clId="{BB2BC04E-AD9B-4DA7-B35D-7BEBA3A40397}" dt="2026-02-28T15:54:46.013" v="4309"/>
          <ac:spMkLst>
            <pc:docMk/>
            <pc:sldMk cId="356162286" sldId="274"/>
            <ac:spMk id="4" creationId="{837909FB-70B9-A091-8534-A1B3F6D6D54F}"/>
          </ac:spMkLst>
        </pc:spChg>
      </pc:sldChg>
      <pc:sldChg chg="addSp delSp modSp add del mod">
        <pc:chgData name="Gargi Jakhmola" userId="3f7ef82c86be6d38" providerId="LiveId" clId="{BB2BC04E-AD9B-4DA7-B35D-7BEBA3A40397}" dt="2026-02-28T16:25:39.196" v="4565" actId="47"/>
        <pc:sldMkLst>
          <pc:docMk/>
          <pc:sldMk cId="1809517814" sldId="275"/>
        </pc:sldMkLst>
        <pc:spChg chg="mod">
          <ac:chgData name="Gargi Jakhmola" userId="3f7ef82c86be6d38" providerId="LiveId" clId="{BB2BC04E-AD9B-4DA7-B35D-7BEBA3A40397}" dt="2026-02-28T15:54:46.013" v="4309"/>
          <ac:spMkLst>
            <pc:docMk/>
            <pc:sldMk cId="1809517814" sldId="275"/>
            <ac:spMk id="4" creationId="{2A5B00D8-AE2C-EF87-A09E-E68DAAE06EE7}"/>
          </ac:spMkLst>
        </pc:spChg>
      </pc:sldChg>
      <pc:sldChg chg="addSp delSp modSp add del mod">
        <pc:chgData name="Gargi Jakhmola" userId="3f7ef82c86be6d38" providerId="LiveId" clId="{BB2BC04E-AD9B-4DA7-B35D-7BEBA3A40397}" dt="2026-02-28T16:25:39.582" v="4566" actId="47"/>
        <pc:sldMkLst>
          <pc:docMk/>
          <pc:sldMk cId="3366736485" sldId="276"/>
        </pc:sldMkLst>
        <pc:spChg chg="mod">
          <ac:chgData name="Gargi Jakhmola" userId="3f7ef82c86be6d38" providerId="LiveId" clId="{BB2BC04E-AD9B-4DA7-B35D-7BEBA3A40397}" dt="2026-02-28T15:54:46.013" v="4309"/>
          <ac:spMkLst>
            <pc:docMk/>
            <pc:sldMk cId="3366736485" sldId="276"/>
            <ac:spMk id="4" creationId="{2269E72C-8E61-ED28-7598-5A396384082A}"/>
          </ac:spMkLst>
        </pc:spChg>
      </pc:sldChg>
      <pc:sldChg chg="modSp add del mod">
        <pc:chgData name="Gargi Jakhmola" userId="3f7ef82c86be6d38" providerId="LiveId" clId="{BB2BC04E-AD9B-4DA7-B35D-7BEBA3A40397}" dt="2026-02-28T16:25:33.586" v="4555" actId="47"/>
        <pc:sldMkLst>
          <pc:docMk/>
          <pc:sldMk cId="4167110250" sldId="277"/>
        </pc:sldMkLst>
        <pc:spChg chg="mod">
          <ac:chgData name="Gargi Jakhmola" userId="3f7ef82c86be6d38" providerId="LiveId" clId="{BB2BC04E-AD9B-4DA7-B35D-7BEBA3A40397}" dt="2026-02-28T15:54:46.013" v="4309"/>
          <ac:spMkLst>
            <pc:docMk/>
            <pc:sldMk cId="4167110250" sldId="277"/>
            <ac:spMk id="4" creationId="{8B76EEBC-BBD2-16C5-A43A-A1CB1D0952CA}"/>
          </ac:spMkLst>
        </pc:spChg>
      </pc:sldChg>
      <pc:sldChg chg="modSp add del mod">
        <pc:chgData name="Gargi Jakhmola" userId="3f7ef82c86be6d38" providerId="LiveId" clId="{BB2BC04E-AD9B-4DA7-B35D-7BEBA3A40397}" dt="2026-02-28T16:25:32.937" v="4554" actId="47"/>
        <pc:sldMkLst>
          <pc:docMk/>
          <pc:sldMk cId="792486967" sldId="278"/>
        </pc:sldMkLst>
        <pc:spChg chg="mod">
          <ac:chgData name="Gargi Jakhmola" userId="3f7ef82c86be6d38" providerId="LiveId" clId="{BB2BC04E-AD9B-4DA7-B35D-7BEBA3A40397}" dt="2026-02-28T15:54:46.013" v="4309"/>
          <ac:spMkLst>
            <pc:docMk/>
            <pc:sldMk cId="792486967" sldId="278"/>
            <ac:spMk id="4" creationId="{BE8223C5-0269-47F1-63C6-23002D5A25AA}"/>
          </ac:spMkLst>
        </pc:spChg>
      </pc:sldChg>
      <pc:sldChg chg="modSp new del mod">
        <pc:chgData name="Gargi Jakhmola" userId="3f7ef82c86be6d38" providerId="LiveId" clId="{BB2BC04E-AD9B-4DA7-B35D-7BEBA3A40397}" dt="2025-10-21T16:44:30.668" v="4199" actId="47"/>
        <pc:sldMkLst>
          <pc:docMk/>
          <pc:sldMk cId="1392583415" sldId="279"/>
        </pc:sldMkLst>
      </pc:sldChg>
      <pc:sldChg chg="modSp add mod">
        <pc:chgData name="Gargi Jakhmola" userId="3f7ef82c86be6d38" providerId="LiveId" clId="{BB2BC04E-AD9B-4DA7-B35D-7BEBA3A40397}" dt="2026-02-28T16:21:00.237" v="4495" actId="20577"/>
        <pc:sldMkLst>
          <pc:docMk/>
          <pc:sldMk cId="2948404343" sldId="280"/>
        </pc:sldMkLst>
        <pc:spChg chg="mod">
          <ac:chgData name="Gargi Jakhmola" userId="3f7ef82c86be6d38" providerId="LiveId" clId="{BB2BC04E-AD9B-4DA7-B35D-7BEBA3A40397}" dt="2026-02-28T16:20:39.847" v="4487"/>
          <ac:spMkLst>
            <pc:docMk/>
            <pc:sldMk cId="2948404343" sldId="280"/>
            <ac:spMk id="2" creationId="{D697A01B-6759-0FC5-7057-78CEBFFCD367}"/>
          </ac:spMkLst>
        </pc:spChg>
        <pc:spChg chg="mod">
          <ac:chgData name="Gargi Jakhmola" userId="3f7ef82c86be6d38" providerId="LiveId" clId="{BB2BC04E-AD9B-4DA7-B35D-7BEBA3A40397}" dt="2026-02-28T16:21:00.237" v="4495" actId="20577"/>
          <ac:spMkLst>
            <pc:docMk/>
            <pc:sldMk cId="2948404343" sldId="280"/>
            <ac:spMk id="3" creationId="{9DE33DB3-3401-B3E2-F3C1-FA16CB8FCF7F}"/>
          </ac:spMkLst>
        </pc:spChg>
      </pc:sldChg>
      <pc:sldChg chg="modSp add mod ord">
        <pc:chgData name="Gargi Jakhmola" userId="3f7ef82c86be6d38" providerId="LiveId" clId="{BB2BC04E-AD9B-4DA7-B35D-7BEBA3A40397}" dt="2026-02-28T16:14:56.503" v="4457" actId="27636"/>
        <pc:sldMkLst>
          <pc:docMk/>
          <pc:sldMk cId="644370662" sldId="281"/>
        </pc:sldMkLst>
        <pc:spChg chg="mod">
          <ac:chgData name="Gargi Jakhmola" userId="3f7ef82c86be6d38" providerId="LiveId" clId="{BB2BC04E-AD9B-4DA7-B35D-7BEBA3A40397}" dt="2026-02-28T16:14:56.503" v="4457" actId="27636"/>
          <ac:spMkLst>
            <pc:docMk/>
            <pc:sldMk cId="644370662" sldId="281"/>
            <ac:spMk id="3" creationId="{5BAA4BE0-E961-2C9F-3FB8-64DFCCCF405A}"/>
          </ac:spMkLst>
        </pc:spChg>
      </pc:sldChg>
      <pc:sldChg chg="addSp delSp modSp add mod">
        <pc:chgData name="Gargi Jakhmola" userId="3f7ef82c86be6d38" providerId="LiveId" clId="{BB2BC04E-AD9B-4DA7-B35D-7BEBA3A40397}" dt="2026-02-28T16:31:10.165" v="4665" actId="20577"/>
        <pc:sldMkLst>
          <pc:docMk/>
          <pc:sldMk cId="1041339542" sldId="282"/>
        </pc:sldMkLst>
        <pc:spChg chg="mod">
          <ac:chgData name="Gargi Jakhmola" userId="3f7ef82c86be6d38" providerId="LiveId" clId="{BB2BC04E-AD9B-4DA7-B35D-7BEBA3A40397}" dt="2026-02-28T16:31:10.165" v="4665" actId="20577"/>
          <ac:spMkLst>
            <pc:docMk/>
            <pc:sldMk cId="1041339542" sldId="282"/>
            <ac:spMk id="2" creationId="{5EFD5441-5082-3F32-DB29-917F85DFDAFC}"/>
          </ac:spMkLst>
        </pc:spChg>
        <pc:picChg chg="add mod">
          <ac:chgData name="Gargi Jakhmola" userId="3f7ef82c86be6d38" providerId="LiveId" clId="{BB2BC04E-AD9B-4DA7-B35D-7BEBA3A40397}" dt="2026-02-28T16:13:00.399" v="4445" actId="1076"/>
          <ac:picMkLst>
            <pc:docMk/>
            <pc:sldMk cId="1041339542" sldId="282"/>
            <ac:picMk id="4" creationId="{0C63EAE8-1FDB-6052-3D2C-BB80A4F686E4}"/>
          </ac:picMkLst>
        </pc:picChg>
        <pc:picChg chg="del">
          <ac:chgData name="Gargi Jakhmola" userId="3f7ef82c86be6d38" providerId="LiveId" clId="{BB2BC04E-AD9B-4DA7-B35D-7BEBA3A40397}" dt="2026-02-28T16:10:42.631" v="4440" actId="478"/>
          <ac:picMkLst>
            <pc:docMk/>
            <pc:sldMk cId="1041339542" sldId="282"/>
            <ac:picMk id="5" creationId="{81B8B929-B30A-2CB0-D463-3F2A9592A1A3}"/>
          </ac:picMkLst>
        </pc:picChg>
      </pc:sldChg>
      <pc:sldChg chg="addSp delSp modSp add mod">
        <pc:chgData name="Gargi Jakhmola" userId="3f7ef82c86be6d38" providerId="LiveId" clId="{BB2BC04E-AD9B-4DA7-B35D-7BEBA3A40397}" dt="2026-02-28T16:31:18.958" v="4669" actId="20577"/>
        <pc:sldMkLst>
          <pc:docMk/>
          <pc:sldMk cId="3920040376" sldId="283"/>
        </pc:sldMkLst>
        <pc:spChg chg="mod">
          <ac:chgData name="Gargi Jakhmola" userId="3f7ef82c86be6d38" providerId="LiveId" clId="{BB2BC04E-AD9B-4DA7-B35D-7BEBA3A40397}" dt="2026-02-28T16:31:18.958" v="4669" actId="20577"/>
          <ac:spMkLst>
            <pc:docMk/>
            <pc:sldMk cId="3920040376" sldId="283"/>
            <ac:spMk id="2" creationId="{035D0F25-4340-23C9-9485-2123DF1552DE}"/>
          </ac:spMkLst>
        </pc:spChg>
        <pc:picChg chg="add mod">
          <ac:chgData name="Gargi Jakhmola" userId="3f7ef82c86be6d38" providerId="LiveId" clId="{BB2BC04E-AD9B-4DA7-B35D-7BEBA3A40397}" dt="2026-02-28T16:12:45.426" v="4444" actId="1076"/>
          <ac:picMkLst>
            <pc:docMk/>
            <pc:sldMk cId="3920040376" sldId="283"/>
            <ac:picMk id="4" creationId="{28791E2F-7406-C42E-AC9B-EF4100E57047}"/>
          </ac:picMkLst>
        </pc:picChg>
        <pc:picChg chg="del">
          <ac:chgData name="Gargi Jakhmola" userId="3f7ef82c86be6d38" providerId="LiveId" clId="{BB2BC04E-AD9B-4DA7-B35D-7BEBA3A40397}" dt="2026-02-28T16:10:55.511" v="4442" actId="478"/>
          <ac:picMkLst>
            <pc:docMk/>
            <pc:sldMk cId="3920040376" sldId="283"/>
            <ac:picMk id="5" creationId="{E9CD708D-E015-E126-16DF-49738068DAD8}"/>
          </ac:picMkLst>
        </pc:picChg>
      </pc:sldChg>
      <pc:sldChg chg="modSp add mod">
        <pc:chgData name="Gargi Jakhmola" userId="3f7ef82c86be6d38" providerId="LiveId" clId="{BB2BC04E-AD9B-4DA7-B35D-7BEBA3A40397}" dt="2026-02-28T16:19:41.839" v="4485" actId="14100"/>
        <pc:sldMkLst>
          <pc:docMk/>
          <pc:sldMk cId="1309766031" sldId="284"/>
        </pc:sldMkLst>
        <pc:graphicFrameChg chg="mod modGraphic">
          <ac:chgData name="Gargi Jakhmola" userId="3f7ef82c86be6d38" providerId="LiveId" clId="{BB2BC04E-AD9B-4DA7-B35D-7BEBA3A40397}" dt="2026-02-28T16:19:41.839" v="4485" actId="14100"/>
          <ac:graphicFrameMkLst>
            <pc:docMk/>
            <pc:sldMk cId="1309766031" sldId="284"/>
            <ac:graphicFrameMk id="4" creationId="{A6883EC1-DA17-DC9D-B868-D8CFEA9B983F}"/>
          </ac:graphicFrameMkLst>
        </pc:graphicFrameChg>
      </pc:sldChg>
      <pc:sldChg chg="modSp add mod">
        <pc:chgData name="Gargi Jakhmola" userId="3f7ef82c86be6d38" providerId="LiveId" clId="{BB2BC04E-AD9B-4DA7-B35D-7BEBA3A40397}" dt="2026-02-28T16:21:58.649" v="4506" actId="20577"/>
        <pc:sldMkLst>
          <pc:docMk/>
          <pc:sldMk cId="2486081400" sldId="285"/>
        </pc:sldMkLst>
        <pc:spChg chg="mod">
          <ac:chgData name="Gargi Jakhmola" userId="3f7ef82c86be6d38" providerId="LiveId" clId="{BB2BC04E-AD9B-4DA7-B35D-7BEBA3A40397}" dt="2026-02-28T16:21:41.114" v="4498"/>
          <ac:spMkLst>
            <pc:docMk/>
            <pc:sldMk cId="2486081400" sldId="285"/>
            <ac:spMk id="2" creationId="{F32A25F6-9A6F-35E7-FAA0-11075C6FF5CC}"/>
          </ac:spMkLst>
        </pc:spChg>
        <pc:spChg chg="mod">
          <ac:chgData name="Gargi Jakhmola" userId="3f7ef82c86be6d38" providerId="LiveId" clId="{BB2BC04E-AD9B-4DA7-B35D-7BEBA3A40397}" dt="2026-02-28T16:21:58.649" v="4506" actId="20577"/>
          <ac:spMkLst>
            <pc:docMk/>
            <pc:sldMk cId="2486081400" sldId="285"/>
            <ac:spMk id="3" creationId="{D14D7141-3568-5DB6-8069-7F7FBFC21996}"/>
          </ac:spMkLst>
        </pc:spChg>
      </pc:sldChg>
      <pc:sldChg chg="modSp add mod">
        <pc:chgData name="Gargi Jakhmola" userId="3f7ef82c86be6d38" providerId="LiveId" clId="{BB2BC04E-AD9B-4DA7-B35D-7BEBA3A40397}" dt="2026-02-28T16:24:10.806" v="4533" actId="20577"/>
        <pc:sldMkLst>
          <pc:docMk/>
          <pc:sldMk cId="3805396290" sldId="286"/>
        </pc:sldMkLst>
        <pc:spChg chg="mod">
          <ac:chgData name="Gargi Jakhmola" userId="3f7ef82c86be6d38" providerId="LiveId" clId="{BB2BC04E-AD9B-4DA7-B35D-7BEBA3A40397}" dt="2026-02-28T16:24:10.806" v="4533" actId="20577"/>
          <ac:spMkLst>
            <pc:docMk/>
            <pc:sldMk cId="3805396290" sldId="286"/>
            <ac:spMk id="2" creationId="{C0E7486B-F260-D3CE-B505-23B5C4981C00}"/>
          </ac:spMkLst>
        </pc:spChg>
        <pc:spChg chg="mod">
          <ac:chgData name="Gargi Jakhmola" userId="3f7ef82c86be6d38" providerId="LiveId" clId="{BB2BC04E-AD9B-4DA7-B35D-7BEBA3A40397}" dt="2026-02-28T16:23:19.496" v="4529" actId="12"/>
          <ac:spMkLst>
            <pc:docMk/>
            <pc:sldMk cId="3805396290" sldId="286"/>
            <ac:spMk id="3" creationId="{FEBC067F-73E1-5DBE-F3EF-8B9F24E935E3}"/>
          </ac:spMkLst>
        </pc:spChg>
      </pc:sldChg>
      <pc:sldChg chg="modSp add mod">
        <pc:chgData name="Gargi Jakhmola" userId="3f7ef82c86be6d38" providerId="LiveId" clId="{BB2BC04E-AD9B-4DA7-B35D-7BEBA3A40397}" dt="2026-02-28T16:25:15.993" v="4552" actId="20577"/>
        <pc:sldMkLst>
          <pc:docMk/>
          <pc:sldMk cId="3873746175" sldId="287"/>
        </pc:sldMkLst>
        <pc:spChg chg="mod">
          <ac:chgData name="Gargi Jakhmola" userId="3f7ef82c86be6d38" providerId="LiveId" clId="{BB2BC04E-AD9B-4DA7-B35D-7BEBA3A40397}" dt="2026-02-28T16:24:05.695" v="4532"/>
          <ac:spMkLst>
            <pc:docMk/>
            <pc:sldMk cId="3873746175" sldId="287"/>
            <ac:spMk id="2" creationId="{5E921D9B-65F5-E693-03E0-F531C800519B}"/>
          </ac:spMkLst>
        </pc:spChg>
        <pc:spChg chg="mod">
          <ac:chgData name="Gargi Jakhmola" userId="3f7ef82c86be6d38" providerId="LiveId" clId="{BB2BC04E-AD9B-4DA7-B35D-7BEBA3A40397}" dt="2026-02-28T16:25:15.993" v="4552" actId="20577"/>
          <ac:spMkLst>
            <pc:docMk/>
            <pc:sldMk cId="3873746175" sldId="287"/>
            <ac:spMk id="3" creationId="{FBD39A99-52A5-309D-9AB7-5CFFB4CB4A97}"/>
          </ac:spMkLst>
        </pc:spChg>
      </pc:sldChg>
      <pc:sldChg chg="modSp add mod">
        <pc:chgData name="Gargi Jakhmola" userId="3f7ef82c86be6d38" providerId="LiveId" clId="{BB2BC04E-AD9B-4DA7-B35D-7BEBA3A40397}" dt="2026-02-28T16:26:53.374" v="4580" actId="27636"/>
        <pc:sldMkLst>
          <pc:docMk/>
          <pc:sldMk cId="1115556363" sldId="288"/>
        </pc:sldMkLst>
        <pc:spChg chg="mod">
          <ac:chgData name="Gargi Jakhmola" userId="3f7ef82c86be6d38" providerId="LiveId" clId="{BB2BC04E-AD9B-4DA7-B35D-7BEBA3A40397}" dt="2026-02-28T16:25:54.684" v="4570" actId="20577"/>
          <ac:spMkLst>
            <pc:docMk/>
            <pc:sldMk cId="1115556363" sldId="288"/>
            <ac:spMk id="2" creationId="{7AEE2C35-46F5-1DDD-CE51-1F4022477E6C}"/>
          </ac:spMkLst>
        </pc:spChg>
        <pc:spChg chg="mod">
          <ac:chgData name="Gargi Jakhmola" userId="3f7ef82c86be6d38" providerId="LiveId" clId="{BB2BC04E-AD9B-4DA7-B35D-7BEBA3A40397}" dt="2026-02-28T16:26:53.374" v="4580" actId="27636"/>
          <ac:spMkLst>
            <pc:docMk/>
            <pc:sldMk cId="1115556363" sldId="288"/>
            <ac:spMk id="3" creationId="{65010331-9748-871F-C761-22DD2498399C}"/>
          </ac:spMkLst>
        </pc:spChg>
      </pc:sldChg>
      <pc:sldChg chg="modSp add mod">
        <pc:chgData name="Gargi Jakhmola" userId="3f7ef82c86be6d38" providerId="LiveId" clId="{BB2BC04E-AD9B-4DA7-B35D-7BEBA3A40397}" dt="2026-02-28T16:28:13.578" v="4637"/>
        <pc:sldMkLst>
          <pc:docMk/>
          <pc:sldMk cId="790955115" sldId="289"/>
        </pc:sldMkLst>
        <pc:spChg chg="mod">
          <ac:chgData name="Gargi Jakhmola" userId="3f7ef82c86be6d38" providerId="LiveId" clId="{BB2BC04E-AD9B-4DA7-B35D-7BEBA3A40397}" dt="2026-02-28T16:27:30.245" v="4584"/>
          <ac:spMkLst>
            <pc:docMk/>
            <pc:sldMk cId="790955115" sldId="289"/>
            <ac:spMk id="2" creationId="{0F9FAB91-AF9A-7470-80D7-64B8A2F68632}"/>
          </ac:spMkLst>
        </pc:spChg>
        <pc:spChg chg="mod">
          <ac:chgData name="Gargi Jakhmola" userId="3f7ef82c86be6d38" providerId="LiveId" clId="{BB2BC04E-AD9B-4DA7-B35D-7BEBA3A40397}" dt="2026-02-28T16:28:13.578" v="4637"/>
          <ac:spMkLst>
            <pc:docMk/>
            <pc:sldMk cId="790955115" sldId="289"/>
            <ac:spMk id="3" creationId="{3AD831A3-EE27-A059-97E0-965B818BF6E5}"/>
          </ac:spMkLst>
        </pc:spChg>
      </pc:sldChg>
      <pc:sldChg chg="modSp add mod">
        <pc:chgData name="Gargi Jakhmola" userId="3f7ef82c86be6d38" providerId="LiveId" clId="{BB2BC04E-AD9B-4DA7-B35D-7BEBA3A40397}" dt="2026-02-28T16:29:35.597" v="4655" actId="6549"/>
        <pc:sldMkLst>
          <pc:docMk/>
          <pc:sldMk cId="2035228255" sldId="290"/>
        </pc:sldMkLst>
        <pc:spChg chg="mod">
          <ac:chgData name="Gargi Jakhmola" userId="3f7ef82c86be6d38" providerId="LiveId" clId="{BB2BC04E-AD9B-4DA7-B35D-7BEBA3A40397}" dt="2026-02-28T16:29:05.989" v="4640"/>
          <ac:spMkLst>
            <pc:docMk/>
            <pc:sldMk cId="2035228255" sldId="290"/>
            <ac:spMk id="2" creationId="{56BDC6E6-3356-1DAC-A945-E306CE43E315}"/>
          </ac:spMkLst>
        </pc:spChg>
        <pc:spChg chg="mod">
          <ac:chgData name="Gargi Jakhmola" userId="3f7ef82c86be6d38" providerId="LiveId" clId="{BB2BC04E-AD9B-4DA7-B35D-7BEBA3A40397}" dt="2026-02-28T16:29:35.597" v="4655" actId="6549"/>
          <ac:spMkLst>
            <pc:docMk/>
            <pc:sldMk cId="2035228255" sldId="290"/>
            <ac:spMk id="3" creationId="{DBFB8097-BD1C-5EE2-611A-26823B76FF71}"/>
          </ac:spMkLst>
        </pc:spChg>
      </pc:sldChg>
      <pc:sldMasterChg chg="setBg modSldLayout">
        <pc:chgData name="Gargi Jakhmola" userId="3f7ef82c86be6d38" providerId="LiveId" clId="{BB2BC04E-AD9B-4DA7-B35D-7BEBA3A40397}" dt="2025-10-18T13:30:37.874" v="249"/>
        <pc:sldMasterMkLst>
          <pc:docMk/>
          <pc:sldMasterMk cId="2562562410" sldId="2147483810"/>
        </pc:sldMasterMkLst>
        <pc:sldLayoutChg chg="setBg">
          <pc:chgData name="Gargi Jakhmola" userId="3f7ef82c86be6d38" providerId="LiveId" clId="{BB2BC04E-AD9B-4DA7-B35D-7BEBA3A40397}" dt="2025-10-18T13:29:02.464" v="244"/>
          <pc:sldLayoutMkLst>
            <pc:docMk/>
            <pc:sldMasterMk cId="2562562410" sldId="2147483810"/>
            <pc:sldLayoutMk cId="4164052464" sldId="214748381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3E4897-0D4A-4464-A750-CCCF1EE11F1B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954EF6-DB05-4714-AC1B-1510FE0547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3351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954EF6-DB05-4714-AC1B-1510FE0547B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32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F1D1D-A118-44FB-8714-A1412CFE71D2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5C12C-FDAB-437D-8C70-1663DB7A7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331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F1D1D-A118-44FB-8714-A1412CFE71D2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5C12C-FDAB-437D-8C70-1663DB7A7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4055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F1D1D-A118-44FB-8714-A1412CFE71D2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5C12C-FDAB-437D-8C70-1663DB7A7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392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F1D1D-A118-44FB-8714-A1412CFE71D2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5C12C-FDAB-437D-8C70-1663DB7A7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447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F1D1D-A118-44FB-8714-A1412CFE71D2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5C12C-FDAB-437D-8C70-1663DB7A7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666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F1D1D-A118-44FB-8714-A1412CFE71D2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5C12C-FDAB-437D-8C70-1663DB7A7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464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F1D1D-A118-44FB-8714-A1412CFE71D2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5C12C-FDAB-437D-8C70-1663DB7A7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2685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3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5" y="3129280"/>
            <a:ext cx="34010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F1D1D-A118-44FB-8714-A1412CFE71D2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5C12C-FDAB-437D-8C70-1663DB7A7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4461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F1D1D-A118-44FB-8714-A1412CFE71D2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5C12C-FDAB-437D-8C70-1663DB7A7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370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799"/>
            <a:ext cx="8825658" cy="364066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F1D1D-A118-44FB-8714-A1412CFE71D2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5C12C-FDAB-437D-8C70-1663DB7A7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602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F1D1D-A118-44FB-8714-A1412CFE71D2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5C12C-FDAB-437D-8C70-1663DB7A7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1304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0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F1D1D-A118-44FB-8714-A1412CFE71D2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5C12C-FDAB-437D-8C70-1663DB7A7CB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642996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F1D1D-A118-44FB-8714-A1412CFE71D2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5C12C-FDAB-437D-8C70-1663DB7A7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599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F1D1D-A118-44FB-8714-A1412CFE71D2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5C12C-FDAB-437D-8C70-1663DB7A7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1700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F1D1D-A118-44FB-8714-A1412CFE71D2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5C12C-FDAB-437D-8C70-1663DB7A7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3833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F1D1D-A118-44FB-8714-A1412CFE71D2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5C12C-FDAB-437D-8C70-1663DB7A7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4447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F1D1D-A118-44FB-8714-A1412CFE71D2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5C12C-FDAB-437D-8C70-1663DB7A7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808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4"/>
          <a:stretch/>
        </p:blipFill>
        <p:spPr>
          <a:xfrm>
            <a:off x="0" y="2669685"/>
            <a:ext cx="4035669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9A6F1D1D-A118-44FB-8714-A1412CFE71D2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65C12C-FDAB-437D-8C70-1663DB7A7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05829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59" r:id="rId1"/>
    <p:sldLayoutId id="2147483860" r:id="rId2"/>
    <p:sldLayoutId id="2147483861" r:id="rId3"/>
    <p:sldLayoutId id="2147483862" r:id="rId4"/>
    <p:sldLayoutId id="2147483863" r:id="rId5"/>
    <p:sldLayoutId id="2147483864" r:id="rId6"/>
    <p:sldLayoutId id="2147483865" r:id="rId7"/>
    <p:sldLayoutId id="2147483866" r:id="rId8"/>
    <p:sldLayoutId id="2147483867" r:id="rId9"/>
    <p:sldLayoutId id="2147483868" r:id="rId10"/>
    <p:sldLayoutId id="2147483869" r:id="rId11"/>
    <p:sldLayoutId id="2147483870" r:id="rId12"/>
    <p:sldLayoutId id="2147483871" r:id="rId13"/>
    <p:sldLayoutId id="2147483872" r:id="rId14"/>
    <p:sldLayoutId id="2147483873" r:id="rId15"/>
    <p:sldLayoutId id="2147483874" r:id="rId16"/>
    <p:sldLayoutId id="214748387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B4672-CB1F-0A7D-709D-C8BFE94B56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2077825"/>
          </a:xfrm>
        </p:spPr>
        <p:txBody>
          <a:bodyPr/>
          <a:lstStyle/>
          <a:p>
            <a:r>
              <a:rPr lang="en-US" dirty="0"/>
              <a:t>ANTWERP’S AIRBNB </a:t>
            </a:r>
            <a:br>
              <a:rPr lang="en-US" dirty="0"/>
            </a:br>
            <a:r>
              <a:rPr lang="en-US" sz="4400" dirty="0"/>
              <a:t>PRICE &amp; SCENARIO ANALYSIS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EC4A63-5133-23A3-6FD5-222EC43F74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73418" y="4669191"/>
            <a:ext cx="3598667" cy="1482018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MADE BY:</a:t>
            </a:r>
          </a:p>
          <a:p>
            <a:r>
              <a:rPr lang="en-US" dirty="0"/>
              <a:t>GARGI JAKHMOLA</a:t>
            </a:r>
          </a:p>
          <a:p>
            <a:r>
              <a:rPr lang="en-US" dirty="0"/>
              <a:t>SHYAM KUMAR</a:t>
            </a:r>
          </a:p>
          <a:p>
            <a:r>
              <a:rPr lang="en-US" dirty="0"/>
              <a:t>SRIJA POLEPALLI</a:t>
            </a:r>
          </a:p>
          <a:p>
            <a:r>
              <a:rPr lang="en-US" b="1" dirty="0"/>
              <a:t>(GROUP 1)</a:t>
            </a:r>
          </a:p>
        </p:txBody>
      </p:sp>
    </p:spTree>
    <p:extLst>
      <p:ext uri="{BB962C8B-B14F-4D97-AF65-F5344CB8AC3E}">
        <p14:creationId xmlns:p14="http://schemas.microsoft.com/office/powerpoint/2010/main" val="99091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16B41-99AA-6668-CEF0-647D9894E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4AE42-051F-E88C-9DA8-94A1B1D43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262394"/>
            <a:ext cx="9692640" cy="733030"/>
          </a:xfrm>
        </p:spPr>
        <p:txBody>
          <a:bodyPr/>
          <a:lstStyle/>
          <a:p>
            <a:r>
              <a:rPr lang="en-US" dirty="0"/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AA4BE0-E961-2C9F-3FB8-64DFCCCF40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561653"/>
            <a:ext cx="8796528" cy="4700129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To develop an interactive Power BI dashboard for Airbnb listings in Antwerp, enabling property owners and stakeholders to analyze listing performance and explore revenue scenarios without relying on machine learning.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Analyze Performance: Evaluate listing trends, pricing, and availability patterns in Antwerp. 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Simulate Outcomes: Utilize "What-If" analysis to forecast revenue under varying market conditions. 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Inform Decisions: Identify high-performing property types and seasonal opportunities.</a:t>
            </a:r>
          </a:p>
        </p:txBody>
      </p:sp>
    </p:spTree>
    <p:extLst>
      <p:ext uri="{BB962C8B-B14F-4D97-AF65-F5344CB8AC3E}">
        <p14:creationId xmlns:p14="http://schemas.microsoft.com/office/powerpoint/2010/main" val="6443706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EB58D-A896-AB96-063A-D5F92E0CE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262393"/>
            <a:ext cx="9692640" cy="716175"/>
          </a:xfrm>
        </p:spPr>
        <p:txBody>
          <a:bodyPr/>
          <a:lstStyle/>
          <a:p>
            <a:r>
              <a:rPr lang="en-US" dirty="0"/>
              <a:t>DASHBOARD OVERVIEW (1/3)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E61BD8-E323-77D9-BCB5-0AACCEC4B0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3445" y="1207800"/>
            <a:ext cx="9541067" cy="5387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86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24F5F-C4F4-037A-4902-B15B75811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D5441-5082-3F32-DB29-917F85DFD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262393"/>
            <a:ext cx="9692640" cy="716175"/>
          </a:xfrm>
        </p:spPr>
        <p:txBody>
          <a:bodyPr/>
          <a:lstStyle/>
          <a:p>
            <a:r>
              <a:rPr lang="en-US" dirty="0"/>
              <a:t>DASHBOARD OVERVIEW (2/3)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63EAE8-1FDB-6052-3D2C-BB80A4F686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0583" y="1207800"/>
            <a:ext cx="9563929" cy="5387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3395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2BC3B2-9760-BAED-C64F-35E7C94A5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D0F25-4340-23C9-9485-2123DF155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262393"/>
            <a:ext cx="9692640" cy="716175"/>
          </a:xfrm>
        </p:spPr>
        <p:txBody>
          <a:bodyPr/>
          <a:lstStyle/>
          <a:p>
            <a:r>
              <a:rPr lang="en-US" dirty="0"/>
              <a:t>DASHBOARD OVERVIEW (3/3)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791E2F-7406-C42E-AC9B-EF4100E570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5342" y="1215421"/>
            <a:ext cx="9579170" cy="5380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0403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EB58D-A896-AB96-063A-D5F92E0CE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262393"/>
            <a:ext cx="9692640" cy="716175"/>
          </a:xfrm>
        </p:spPr>
        <p:txBody>
          <a:bodyPr/>
          <a:lstStyle/>
          <a:p>
            <a:r>
              <a:rPr lang="en-US" dirty="0"/>
              <a:t>EXECUTIVE SUMMARY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6883EC1-DA17-DC9D-B868-D8CFEA9B98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8395705"/>
              </p:ext>
            </p:extLst>
          </p:nvPr>
        </p:nvGraphicFramePr>
        <p:xfrm>
          <a:off x="1261872" y="1862233"/>
          <a:ext cx="8595359" cy="3803276"/>
        </p:xfrm>
        <a:graphic>
          <a:graphicData uri="http://schemas.openxmlformats.org/drawingml/2006/table">
            <a:tbl>
              <a:tblPr bandRow="1">
                <a:tableStyleId>{ED083AE6-46FA-4A59-8FB0-9F97EB10719F}</a:tableStyleId>
              </a:tblPr>
              <a:tblGrid>
                <a:gridCol w="3454507">
                  <a:extLst>
                    <a:ext uri="{9D8B030D-6E8A-4147-A177-3AD203B41FA5}">
                      <a16:colId xmlns:a16="http://schemas.microsoft.com/office/drawing/2014/main" val="1753184795"/>
                    </a:ext>
                  </a:extLst>
                </a:gridCol>
                <a:gridCol w="5140852">
                  <a:extLst>
                    <a:ext uri="{9D8B030D-6E8A-4147-A177-3AD203B41FA5}">
                      <a16:colId xmlns:a16="http://schemas.microsoft.com/office/drawing/2014/main" val="2549826179"/>
                    </a:ext>
                  </a:extLst>
                </a:gridCol>
              </a:tblGrid>
              <a:tr h="95081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b="1" dirty="0"/>
                        <a:t>Average Listing Price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dirty="0"/>
                        <a:t>$109.92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7511414"/>
                  </a:ext>
                </a:extLst>
              </a:tr>
              <a:tr h="95081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b="1" dirty="0"/>
                        <a:t>Total Active Listings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dirty="0"/>
                        <a:t>1,749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9265012"/>
                  </a:ext>
                </a:extLst>
              </a:tr>
              <a:tr h="95081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b="1" dirty="0"/>
                        <a:t>Availability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dirty="0"/>
                        <a:t>53.53%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8474444"/>
                  </a:ext>
                </a:extLst>
              </a:tr>
              <a:tr h="95081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b="1" dirty="0"/>
                        <a:t>Current Projected Revenue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dirty="0"/>
                        <a:t>$12.07M (based on 0.43 occupancy and 0.80 seasonal multiplier)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65601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97660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CA221-6C62-D0D6-3498-F78E97F2E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7A01B-6759-0FC5-7057-78CEBFFCD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262394"/>
            <a:ext cx="9692640" cy="733030"/>
          </a:xfrm>
        </p:spPr>
        <p:txBody>
          <a:bodyPr/>
          <a:lstStyle/>
          <a:p>
            <a:r>
              <a:rPr lang="en-US" dirty="0"/>
              <a:t>INTERACTIVE "WHAT-IF"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33DB3-3401-B3E2-F3C1-FA16CB8FCF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480008"/>
            <a:ext cx="8796528" cy="4700129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Occupancy Rate Slider: Simulates demand fluctuations from 0% to 100%. 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Seasonal Multiplier: Adjusts pricing for off-season (0.80) or peak-season (1.20) scenarios. 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Dynamic Impact: KPI cards and revenue trends update instantly to model best-case vs. worst-case outcomes.</a:t>
            </a:r>
          </a:p>
        </p:txBody>
      </p:sp>
    </p:spTree>
    <p:extLst>
      <p:ext uri="{BB962C8B-B14F-4D97-AF65-F5344CB8AC3E}">
        <p14:creationId xmlns:p14="http://schemas.microsoft.com/office/powerpoint/2010/main" val="29484043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0EDA9-482D-1B3D-601B-E2ED3980A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A25F6-9A6F-35E7-FAA0-11075C6FF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262394"/>
            <a:ext cx="9692640" cy="733030"/>
          </a:xfrm>
        </p:spPr>
        <p:txBody>
          <a:bodyPr/>
          <a:lstStyle/>
          <a:p>
            <a:r>
              <a:rPr lang="en-US" dirty="0"/>
              <a:t>LISTING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4D7141-3568-5DB6-8069-7F7FBFC219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480008"/>
            <a:ext cx="8796528" cy="4700129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Geospatial Mapping: Visualization of listing density across Antwerp neighborhoods.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Property Diversity: Analysis includes everything from standard condos to unique stays like Boats and Castles. 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Price Distribution: Histogram identifying the most common price points and market outliers.</a:t>
            </a:r>
          </a:p>
        </p:txBody>
      </p:sp>
    </p:spTree>
    <p:extLst>
      <p:ext uri="{BB962C8B-B14F-4D97-AF65-F5344CB8AC3E}">
        <p14:creationId xmlns:p14="http://schemas.microsoft.com/office/powerpoint/2010/main" val="24860814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4F02E-8C71-3BEB-6F3F-5A6FEAA00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7486B-F260-D3CE-B505-23B5C4981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262394"/>
            <a:ext cx="9692640" cy="733030"/>
          </a:xfrm>
        </p:spPr>
        <p:txBody>
          <a:bodyPr/>
          <a:lstStyle/>
          <a:p>
            <a:r>
              <a:rPr lang="en-US" dirty="0"/>
              <a:t>SCENARIO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BC067F-73E1-5DBE-F3EF-8B9F24E935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480008"/>
            <a:ext cx="8796528" cy="4700129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Price Comparison: Visual gap analysis between standard Average Price and Simulated Scenario Price. 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Revenue Trends: Time-series tracking of projected revenue throughout 2022. 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Key Narrative: </a:t>
            </a:r>
          </a:p>
          <a:p>
            <a:pPr marL="685800" lvl="1" algn="just">
              <a:lnSpc>
                <a:spcPct val="150000"/>
              </a:lnSpc>
            </a:pPr>
            <a:r>
              <a:rPr lang="en-US" dirty="0"/>
              <a:t>Hotel rooms hold the highest average price at $118.23.   </a:t>
            </a:r>
          </a:p>
          <a:p>
            <a:pPr marL="685800" lvl="1" algn="just">
              <a:lnSpc>
                <a:spcPct val="150000"/>
              </a:lnSpc>
            </a:pPr>
            <a:r>
              <a:rPr lang="en-US" dirty="0"/>
              <a:t>Low-cost listings ($50 range) account for 51.64% of total volume.</a:t>
            </a:r>
          </a:p>
        </p:txBody>
      </p:sp>
    </p:spTree>
    <p:extLst>
      <p:ext uri="{BB962C8B-B14F-4D97-AF65-F5344CB8AC3E}">
        <p14:creationId xmlns:p14="http://schemas.microsoft.com/office/powerpoint/2010/main" val="38053962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B6726-DE64-81D4-09CD-A4C7C5BDC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21D9B-65F5-E693-03E0-F531C8005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262394"/>
            <a:ext cx="9692640" cy="733030"/>
          </a:xfrm>
        </p:spPr>
        <p:txBody>
          <a:bodyPr/>
          <a:lstStyle/>
          <a:p>
            <a:r>
              <a:rPr lang="en-US" dirty="0"/>
              <a:t> TECHNICAL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D39A99-52A5-309D-9AB7-5CFFB4CB4A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480008"/>
            <a:ext cx="8796528" cy="4700129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Data Model: Star schema linking Listings, Reviews, and Calendar data. 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Advanced DAX Logic:  </a:t>
            </a:r>
          </a:p>
          <a:p>
            <a:pPr lvl="1" algn="just">
              <a:lnSpc>
                <a:spcPct val="150000"/>
              </a:lnSpc>
            </a:pPr>
            <a:r>
              <a:rPr lang="en-US" dirty="0"/>
              <a:t>Projected Revenue: Multiplies adjusted price by projected occupied nights.   </a:t>
            </a:r>
          </a:p>
          <a:p>
            <a:pPr lvl="1" algn="just">
              <a:lnSpc>
                <a:spcPct val="150000"/>
              </a:lnSpc>
            </a:pPr>
            <a:r>
              <a:rPr lang="en-US" dirty="0"/>
              <a:t>Scenario Price: Dynamically adjusts based on the seasonal multiplier. </a:t>
            </a:r>
          </a:p>
          <a:p>
            <a:pPr lvl="1" algn="just">
              <a:lnSpc>
                <a:spcPct val="150000"/>
              </a:lnSpc>
            </a:pPr>
            <a:r>
              <a:rPr lang="en-US" dirty="0"/>
              <a:t>Data Transformation: Power Query used to categorize properties by bed count and guest capacity.</a:t>
            </a:r>
          </a:p>
        </p:txBody>
      </p:sp>
    </p:spTree>
    <p:extLst>
      <p:ext uri="{BB962C8B-B14F-4D97-AF65-F5344CB8AC3E}">
        <p14:creationId xmlns:p14="http://schemas.microsoft.com/office/powerpoint/2010/main" val="38737461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02D53-51DB-14DD-39BF-5843C0A3E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FAB91-AF9A-7470-80D7-64B8A2F68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262394"/>
            <a:ext cx="9692640" cy="733030"/>
          </a:xfrm>
        </p:spPr>
        <p:txBody>
          <a:bodyPr/>
          <a:lstStyle/>
          <a:p>
            <a:r>
              <a:rPr lang="en-US" dirty="0"/>
              <a:t> KEY BUSINESS INSIGHTS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D831A3-EE27-A059-97E0-965B818BF6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480008"/>
            <a:ext cx="8796528" cy="4700129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Higher accommodation capacity increases price but not proportionally revenue unless occupancy improves.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Listings with consistent availability generate more predictable revenue than high-price but low-availability listings.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Seasonal price adjustments significantly amplify revenue during high-demand periods.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Location and property type jointly drive pricing strategy.</a:t>
            </a:r>
          </a:p>
        </p:txBody>
      </p:sp>
    </p:spTree>
    <p:extLst>
      <p:ext uri="{BB962C8B-B14F-4D97-AF65-F5344CB8AC3E}">
        <p14:creationId xmlns:p14="http://schemas.microsoft.com/office/powerpoint/2010/main" val="7909551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988F3-9CBC-A702-C2FD-392C7940E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DC6E6-3356-1DAC-A945-E306CE43E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262394"/>
            <a:ext cx="9692640" cy="733030"/>
          </a:xfrm>
        </p:spPr>
        <p:txBody>
          <a:bodyPr/>
          <a:lstStyle/>
          <a:p>
            <a:r>
              <a:rPr lang="en-US" dirty="0"/>
              <a:t> BUSINESS VALUE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FB8097-BD1C-5EE2-611A-26823B76FF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480008"/>
            <a:ext cx="8796528" cy="4700129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The dashboard enables:</a:t>
            </a:r>
          </a:p>
          <a:p>
            <a:pPr lvl="1" algn="just">
              <a:lnSpc>
                <a:spcPct val="150000"/>
              </a:lnSpc>
            </a:pPr>
            <a:r>
              <a:rPr lang="en-US" dirty="0"/>
              <a:t>Pricing optimization decisions</a:t>
            </a:r>
          </a:p>
          <a:p>
            <a:pPr lvl="1" algn="just">
              <a:lnSpc>
                <a:spcPct val="150000"/>
              </a:lnSpc>
            </a:pPr>
            <a:r>
              <a:rPr lang="en-US" dirty="0"/>
              <a:t>Revenue forecasting</a:t>
            </a:r>
          </a:p>
          <a:p>
            <a:pPr lvl="1" algn="just">
              <a:lnSpc>
                <a:spcPct val="150000"/>
              </a:lnSpc>
            </a:pPr>
            <a:r>
              <a:rPr lang="en-US" dirty="0"/>
              <a:t>Market benchmarking</a:t>
            </a:r>
          </a:p>
          <a:p>
            <a:pPr lvl="1" algn="just">
              <a:lnSpc>
                <a:spcPct val="150000"/>
              </a:lnSpc>
            </a:pPr>
            <a:r>
              <a:rPr lang="en-US" dirty="0"/>
              <a:t>Demand scenario planning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Hosts and analysts can move from descriptive analytics to predictive decision support.</a:t>
            </a:r>
          </a:p>
        </p:txBody>
      </p:sp>
    </p:spTree>
    <p:extLst>
      <p:ext uri="{BB962C8B-B14F-4D97-AF65-F5344CB8AC3E}">
        <p14:creationId xmlns:p14="http://schemas.microsoft.com/office/powerpoint/2010/main" val="20352282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C43DB-EE25-5E2D-7068-ECB19D14C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E2C35-46F5-1DDD-CE51-1F4022477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262394"/>
            <a:ext cx="9692640" cy="733030"/>
          </a:xfrm>
        </p:spPr>
        <p:txBody>
          <a:bodyPr/>
          <a:lstStyle/>
          <a:p>
            <a:r>
              <a:rPr lang="en-US" dirty="0"/>
              <a:t>CONCLUSION &amp; STRATEGIC VALUE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010331-9748-871F-C761-22DD249839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480008"/>
            <a:ext cx="8796528" cy="4700129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This project demonstrates how Power BI can transform raw operational data into an interactive decision intelligence system using advanced modeling, DAX calculations, and scenario simulation.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Agility: The dashboard allows for rapid recalculation as market demand shifts. 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Opportunity: Targeted insights into which listing types (e.g., Hotel rooms) benefit most from scenario changes. 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Scalability: Built with a refreshable backend for ongoing market monitoring.</a:t>
            </a:r>
          </a:p>
        </p:txBody>
      </p:sp>
    </p:spTree>
    <p:extLst>
      <p:ext uri="{BB962C8B-B14F-4D97-AF65-F5344CB8AC3E}">
        <p14:creationId xmlns:p14="http://schemas.microsoft.com/office/powerpoint/2010/main" val="11155563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01A63-4ECF-D234-FC28-BAB996699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2792233"/>
            <a:ext cx="9692640" cy="819647"/>
          </a:xfrm>
        </p:spPr>
        <p:txBody>
          <a:bodyPr/>
          <a:lstStyle/>
          <a:p>
            <a:pPr algn="ctr"/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01535257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A207AED3-9ABC-4A18-9978-A59B65688B1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1264</TotalTime>
  <Words>514</Words>
  <Application>Microsoft Office PowerPoint</Application>
  <PresentationFormat>Widescreen</PresentationFormat>
  <Paragraphs>62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Century Gothic</vt:lpstr>
      <vt:lpstr>Wingdings 3</vt:lpstr>
      <vt:lpstr>Ion</vt:lpstr>
      <vt:lpstr>ANTWERP’S AIRBNB  PRICE &amp; SCENARIO ANALYSIS</vt:lpstr>
      <vt:lpstr>OBJECTIVE</vt:lpstr>
      <vt:lpstr>DASHBOARD OVERVIEW (1/3)</vt:lpstr>
      <vt:lpstr>DASHBOARD OVERVIEW (2/3)</vt:lpstr>
      <vt:lpstr>DASHBOARD OVERVIEW (3/3)</vt:lpstr>
      <vt:lpstr>EXECUTIVE SUMMARY</vt:lpstr>
      <vt:lpstr>INTERACTIVE "WHAT-IF" ANALYSIS</vt:lpstr>
      <vt:lpstr>LISTING ANALYSIS</vt:lpstr>
      <vt:lpstr>SCENARIO INSIGHTS</vt:lpstr>
      <vt:lpstr> TECHNICAL ARCHITECTURE</vt:lpstr>
      <vt:lpstr> KEY BUSINESS INSIGHTS </vt:lpstr>
      <vt:lpstr> BUSINESS VALUE </vt:lpstr>
      <vt:lpstr>CONCLUSION &amp; STRATEGIC VALUE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Gargi Jakhmola</dc:creator>
  <cp:lastModifiedBy>Gargi Jakhmola</cp:lastModifiedBy>
  <cp:revision>1</cp:revision>
  <dcterms:created xsi:type="dcterms:W3CDTF">2025-10-16T14:55:10Z</dcterms:created>
  <dcterms:modified xsi:type="dcterms:W3CDTF">2026-02-28T16:31:55Z</dcterms:modified>
</cp:coreProperties>
</file>